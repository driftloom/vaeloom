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Aarav Mehta — Project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Indian Institute of Technology Bombay — B.Tech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Vaeloom Second Brain — AI-native second 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Ingestion: PDF/DOCX/MD/XLSX/PPTX/CSV</a:t>
            </a:r>
          </a:p>
          <a:p>
            <a:pPr/>
            <a:r>
              <a:t>Chunk 1000/200, pgvector 1536, KG hub</a:t>
            </a:r>
          </a:p>
          <a:p>
            <a:pPr/>
            <a:r>
              <a:t>Hybrid retrieval: keyword/semantic/graph/temporal</a:t>
            </a:r>
          </a:p>
          <a:p>
            <a:pPr/>
            <a:r>
              <a:t>Resume ATS 60/40 cosine+keyword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Level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Expert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Intermediate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Intermediate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