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Vaeloom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corpus presentation — PPTX parser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